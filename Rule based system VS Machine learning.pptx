
<file path=[Content_Types].xml><?xml version="1.0" encoding="utf-8"?>
<Types xmlns="http://schemas.openxmlformats.org/package/2006/content-types">
  <Default Extension="jpeg" ContentType="image/jpeg"/>
  <Default Extension="jpg" ContentType="image/jpeg"/>
  <Default Extension="org&amp;utm_campaign=index&amp;utm_content=original" ContentType="image/png"/>
  <Default Extension="org&amp;utm_campaign=parser&amp;utm_content=thumbnail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2" r:id="rId7"/>
    <p:sldId id="261" r:id="rId8"/>
  </p:sldIdLst>
  <p:sldSz cx="12192000" cy="6858000"/>
  <p:notesSz cx="6858000" cy="9144000"/>
  <p:defaultTextStyle>
    <a:defPPr>
      <a:defRPr lang="en-150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6" autoAdjust="0"/>
    <p:restoredTop sz="94660"/>
  </p:normalViewPr>
  <p:slideViewPr>
    <p:cSldViewPr snapToGrid="0">
      <p:cViewPr varScale="1">
        <p:scale>
          <a:sx n="98" d="100"/>
          <a:sy n="98" d="100"/>
        </p:scale>
        <p:origin x="13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74754-965F-C494-E3B9-2617EAF103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15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7A5F3A-1DD4-58A6-97A1-D785302685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15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1366B8-97C3-0DBC-9677-F848AEC7A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71349-33EE-40DE-AFB0-022C9364F848}" type="datetimeFigureOut">
              <a:rPr lang="en-150" smtClean="0"/>
              <a:t>08/10/2026</a:t>
            </a:fld>
            <a:endParaRPr lang="en-15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996B0B-F790-CD00-E2B5-8D9056DBE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FC6FC8-1D1D-FB75-173A-48266B626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ADABA-B818-46DE-8649-CC63D10FEAE4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2424455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A879D-7377-0B67-7563-E6D5831F2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15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51EA2-BB18-764A-1420-7888BE52BC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15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B191DB-8E7B-B0C6-E58F-D92A34DF4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71349-33EE-40DE-AFB0-022C9364F848}" type="datetimeFigureOut">
              <a:rPr lang="en-150" smtClean="0"/>
              <a:t>08/10/2026</a:t>
            </a:fld>
            <a:endParaRPr lang="en-15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3A2840-99EB-382A-70D1-DD4318017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DA5F5E-A88A-BE59-686F-75677496C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ADABA-B818-46DE-8649-CC63D10FEAE4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4059717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7AAA4-26EB-6E4B-6A49-03832BF5F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15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DD8D34-AA2E-1FF7-00DD-B4BD5BD2E4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1E23C1-386F-E567-ED73-EE0710068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71349-33EE-40DE-AFB0-022C9364F848}" type="datetimeFigureOut">
              <a:rPr lang="en-150" smtClean="0"/>
              <a:t>08/10/2026</a:t>
            </a:fld>
            <a:endParaRPr lang="en-15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FA4207-7F8E-5D0A-538F-E69B3D65F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43D698-6E7A-B72B-B379-DFA1A4605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ADABA-B818-46DE-8649-CC63D10FEAE4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15727533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78FAD-0B47-C838-1DAC-7CD767CA7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15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5C2309-4B70-D8B5-A302-1A6FC65F8B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15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D7069D-BC14-82A8-6F68-636CE32DAA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15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9FC98B-72A0-39A8-E400-B2119CB33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71349-33EE-40DE-AFB0-022C9364F848}" type="datetimeFigureOut">
              <a:rPr lang="en-150" smtClean="0"/>
              <a:t>08/10/2026</a:t>
            </a:fld>
            <a:endParaRPr lang="en-15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F0302D-FBE6-FAF3-0FCE-455D7BB58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9CCE5D-6F28-E365-ED35-D89225528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ADABA-B818-46DE-8649-CC63D10FEAE4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1883030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991AE-016E-2690-D4ED-6E30B4F7C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15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CB183C-B5D0-8F9C-E6A9-06327CD039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982A9D-2A8E-7293-744F-7D0473574C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15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33CB1D-4EA2-C912-9B79-BFE50A4BAD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67009B-0704-01DC-B2DB-812A888090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15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FBED4B-765B-49EC-6E39-2B7255AB6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71349-33EE-40DE-AFB0-022C9364F848}" type="datetimeFigureOut">
              <a:rPr lang="en-150" smtClean="0"/>
              <a:t>08/10/2026</a:t>
            </a:fld>
            <a:endParaRPr lang="en-15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C6EB29-E783-8D04-7B32-C11AB2E11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CA6ABF-CA42-C00F-472C-A2D94A04A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ADABA-B818-46DE-8649-CC63D10FEAE4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3615217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D34A2-CCD5-CCEC-E442-D65D3F46A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15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77E253-4608-BB3E-4700-70152C4A7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71349-33EE-40DE-AFB0-022C9364F848}" type="datetimeFigureOut">
              <a:rPr lang="en-150" smtClean="0"/>
              <a:t>08/10/2026</a:t>
            </a:fld>
            <a:endParaRPr lang="en-15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130BE6-5190-B0DD-247C-C76CCA8D8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CD00BA-C936-ABA1-BCD1-64A3D2AFF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ADABA-B818-46DE-8649-CC63D10FEAE4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3772626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7E28AD-DE73-4CB7-9E06-CAED544C5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71349-33EE-40DE-AFB0-022C9364F848}" type="datetimeFigureOut">
              <a:rPr lang="en-150" smtClean="0"/>
              <a:t>08/10/2026</a:t>
            </a:fld>
            <a:endParaRPr lang="en-15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C9D09B-5FC8-A674-BD61-51F46BB45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C7FF96-6EF1-162D-4D48-EA8A5FDAB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ADABA-B818-46DE-8649-CC63D10FEAE4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2502830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B1677-A01A-D7DD-F689-2689A167B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15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FFD71-1D41-B76D-F643-B8FD6805B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15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93A930-6AFE-6D0F-1DE1-56484057F7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FD8851-CA08-8B0A-9358-3D2F64002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71349-33EE-40DE-AFB0-022C9364F848}" type="datetimeFigureOut">
              <a:rPr lang="en-150" smtClean="0"/>
              <a:t>08/10/2026</a:t>
            </a:fld>
            <a:endParaRPr lang="en-15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03582A-7A9D-0A62-5F35-0FA13B098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B5BBB8-0CBE-FC84-DDB8-919B3518F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ADABA-B818-46DE-8649-CC63D10FEAE4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3646888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9E1C1-FFEF-AEF1-8A26-78C7A6D1C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15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C36B5B-A1AF-AAA2-10EB-18AB4AC01A92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15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983A8B-372C-23AF-2CAF-0D4AA76FC6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EC3EBC-5341-1BCA-5325-CBE44137E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71349-33EE-40DE-AFB0-022C9364F848}" type="datetimeFigureOut">
              <a:rPr lang="en-150" smtClean="0"/>
              <a:t>08/10/2026</a:t>
            </a:fld>
            <a:endParaRPr lang="en-15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911D04-A116-811F-C38F-564F564EC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2AE144-983F-D581-CFAA-465620D03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ADABA-B818-46DE-8649-CC63D10FEAE4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1387805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CDBCC-9E07-BAF7-354E-E56A833EB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15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E4108C-FD5D-1954-5DD7-16F17ECE2D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15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ECB77A-0288-77F5-F399-FF9215539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71349-33EE-40DE-AFB0-022C9364F848}" type="datetimeFigureOut">
              <a:rPr lang="en-150" smtClean="0"/>
              <a:t>08/10/2026</a:t>
            </a:fld>
            <a:endParaRPr lang="en-15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FA36AE-2548-8D41-1513-E982E7CB9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A05D77-6F0A-D92E-66FC-19D9A2BA8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ADABA-B818-46DE-8649-CC63D10FEAE4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49309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C75AA1-ED79-E700-31A7-40FF8D11A7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15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EEFCFF-0A41-1B9E-4D6C-AE1ED5A522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15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A6A2D8-FBC6-2D1C-229C-3034904FD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71349-33EE-40DE-AFB0-022C9364F848}" type="datetimeFigureOut">
              <a:rPr lang="en-150" smtClean="0"/>
              <a:t>08/10/2026</a:t>
            </a:fld>
            <a:endParaRPr lang="en-15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33A744-57C1-8B2A-9F9C-3221C5DE8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7F83D2-28B5-F6A2-198F-1B763C6FF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ADABA-B818-46DE-8649-CC63D10FEAE4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1414813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2DFBF1-5878-6563-07F8-14209942A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15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5563EE-A61E-E212-74A4-5FE42E682A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15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67B73D-77EA-6CEB-E21C-4BE03DE355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371349-33EE-40DE-AFB0-022C9364F848}" type="datetimeFigureOut">
              <a:rPr lang="en-150" smtClean="0"/>
              <a:t>08/10/2026</a:t>
            </a:fld>
            <a:endParaRPr lang="en-15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5D304E-1BE8-69A5-4BF0-9C31CA1265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15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DF1D2E-2D3D-3A78-BAFF-000EDDA904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AADABA-B818-46DE-8649-CC63D10FEAE4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2240841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150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org&amp;utm_campaign=parser&amp;utm_content=thumbnai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org&amp;utm_campaign=index&amp;utm_content=origina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ABFB6-978F-8391-578E-7E282E3797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Rule based system VS Machine learning</a:t>
            </a:r>
            <a:endParaRPr lang="en-15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C9B8BF-3702-B863-0BF1-AF62DCE4ADD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Case study with Chess</a:t>
            </a:r>
            <a:endParaRPr lang="en-15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E04EFF-DB48-0776-743A-EBC01945C9F9}"/>
              </a:ext>
            </a:extLst>
          </p:cNvPr>
          <p:cNvSpPr txBox="1"/>
          <p:nvPr/>
        </p:nvSpPr>
        <p:spPr>
          <a:xfrm>
            <a:off x="5424791" y="3979482"/>
            <a:ext cx="13424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Ilia Arkania</a:t>
            </a:r>
            <a:endParaRPr lang="en-150" dirty="0"/>
          </a:p>
        </p:txBody>
      </p:sp>
    </p:spTree>
    <p:extLst>
      <p:ext uri="{BB962C8B-B14F-4D97-AF65-F5344CB8AC3E}">
        <p14:creationId xmlns:p14="http://schemas.microsoft.com/office/powerpoint/2010/main" val="6277301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6DB9DE9-925D-D07B-557D-25CBC712B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 based approach</a:t>
            </a:r>
            <a:endParaRPr lang="en-150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98E4151A-E3FC-8463-1E00-90E5D68E823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345216" y="1990995"/>
            <a:ext cx="350156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728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9458A-BDF3-9A8F-7F5C-45AF9F024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Realistic rule based approach</a:t>
            </a:r>
            <a:endParaRPr lang="en-15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DFE4E2-09E0-EA30-BAB7-33F49AE13E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4842" y="1825625"/>
            <a:ext cx="4154993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Minimax algorithm</a:t>
            </a:r>
          </a:p>
          <a:p>
            <a:r>
              <a:rPr lang="en-US" dirty="0"/>
              <a:t>If my opponent plays on “maximum” to win what do I have to do at “minimum” to end up in a good position</a:t>
            </a:r>
          </a:p>
          <a:p>
            <a:r>
              <a:rPr lang="en-US" dirty="0"/>
              <a:t>Deterministic algorithm</a:t>
            </a:r>
          </a:p>
          <a:p>
            <a:r>
              <a:rPr lang="en-US" dirty="0"/>
              <a:t>Difficult to adapt to changes</a:t>
            </a:r>
          </a:p>
          <a:p>
            <a:r>
              <a:rPr lang="en-US" dirty="0"/>
              <a:t>White box - we can see exact reasoning for each decision</a:t>
            </a:r>
          </a:p>
          <a:p>
            <a:endParaRPr lang="en-US" dirty="0"/>
          </a:p>
        </p:txBody>
      </p:sp>
      <p:pic>
        <p:nvPicPr>
          <p:cNvPr id="5" name="Content Placeholder 4" descr="Tic-Tac-Toe with the Minimax Algorithm">
            <a:extLst>
              <a:ext uri="{FF2B5EF4-FFF2-40B4-BE49-F238E27FC236}">
                <a16:creationId xmlns:a16="http://schemas.microsoft.com/office/drawing/2014/main" id="{13D2997F-3D14-78C7-BA59-00EE02453E3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742705" y="1825625"/>
            <a:ext cx="7087749" cy="435133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7778C0C-7D7F-94E6-9F91-3668C0DD4411}"/>
              </a:ext>
            </a:extLst>
          </p:cNvPr>
          <p:cNvSpPr/>
          <p:nvPr/>
        </p:nvSpPr>
        <p:spPr>
          <a:xfrm>
            <a:off x="8073957" y="3735421"/>
            <a:ext cx="272375" cy="17509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15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C9BEB11-79D6-AC31-FBFF-7A686AAA9203}"/>
              </a:ext>
            </a:extLst>
          </p:cNvPr>
          <p:cNvSpPr/>
          <p:nvPr/>
        </p:nvSpPr>
        <p:spPr>
          <a:xfrm>
            <a:off x="9952205" y="3735421"/>
            <a:ext cx="272375" cy="17509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15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172309-A2EE-3A95-880E-21416B202534}"/>
              </a:ext>
            </a:extLst>
          </p:cNvPr>
          <p:cNvSpPr/>
          <p:nvPr/>
        </p:nvSpPr>
        <p:spPr>
          <a:xfrm>
            <a:off x="6331895" y="3735421"/>
            <a:ext cx="272375" cy="17509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1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4C12E4-F85D-7DAB-AA67-BEDD5A5F3A8A}"/>
              </a:ext>
            </a:extLst>
          </p:cNvPr>
          <p:cNvSpPr/>
          <p:nvPr/>
        </p:nvSpPr>
        <p:spPr>
          <a:xfrm>
            <a:off x="8073957" y="2605425"/>
            <a:ext cx="272375" cy="17509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15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13756DC-C86C-5B9A-65EB-4589E5EA66EC}"/>
              </a:ext>
            </a:extLst>
          </p:cNvPr>
          <p:cNvSpPr/>
          <p:nvPr/>
        </p:nvSpPr>
        <p:spPr>
          <a:xfrm>
            <a:off x="6774503" y="4831404"/>
            <a:ext cx="272375" cy="17509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15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7E6F823-DD10-53FF-5345-D6C79B486D93}"/>
              </a:ext>
            </a:extLst>
          </p:cNvPr>
          <p:cNvSpPr/>
          <p:nvPr/>
        </p:nvSpPr>
        <p:spPr>
          <a:xfrm>
            <a:off x="7678365" y="4831404"/>
            <a:ext cx="272375" cy="17509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15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37362EA-2736-28B3-43EA-CD334E2EE9EA}"/>
              </a:ext>
            </a:extLst>
          </p:cNvPr>
          <p:cNvSpPr/>
          <p:nvPr/>
        </p:nvSpPr>
        <p:spPr>
          <a:xfrm>
            <a:off x="8493056" y="4831404"/>
            <a:ext cx="272375" cy="17509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15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450BDE4-77C1-5BB6-06EB-732CF704ECBB}"/>
              </a:ext>
            </a:extLst>
          </p:cNvPr>
          <p:cNvSpPr/>
          <p:nvPr/>
        </p:nvSpPr>
        <p:spPr>
          <a:xfrm>
            <a:off x="9565531" y="4831404"/>
            <a:ext cx="272375" cy="17509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2989598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0" grpId="0" animBg="1"/>
      <p:bldP spid="12" grpId="0" animBg="1"/>
      <p:bldP spid="16" grpId="0" animBg="1"/>
      <p:bldP spid="18" grpId="0" animBg="1"/>
      <p:bldP spid="20" grpId="0" animBg="1"/>
      <p:bldP spid="2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CB8F04A-C1B5-536F-3E8B-358E28024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DeepBlue</a:t>
            </a:r>
            <a:endParaRPr lang="en-150" dirty="0"/>
          </a:p>
        </p:txBody>
      </p:sp>
      <p:pic>
        <p:nvPicPr>
          <p:cNvPr id="7" name="Content Placeholder 6" descr="DeepBlue&#10;">
            <a:extLst>
              <a:ext uri="{FF2B5EF4-FFF2-40B4-BE49-F238E27FC236}">
                <a16:creationId xmlns:a16="http://schemas.microsoft.com/office/drawing/2014/main" id="{E0D3BA7B-2C3E-BF41-9D74-79659EE0CC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32647" y="1825625"/>
            <a:ext cx="672670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2143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33508-0EC9-DDC3-A9ED-72C5BC4A6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 approach</a:t>
            </a:r>
            <a:endParaRPr lang="en-15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F2DBFB-BA53-FF33-6869-7B2A7421FB3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Supervised - It receives a giant dataset and checks for rewarding patterns</a:t>
            </a:r>
          </a:p>
          <a:p>
            <a:r>
              <a:rPr lang="en-US" dirty="0"/>
              <a:t>RL - It plays a ton of games itself and figures out most rewarding paths</a:t>
            </a:r>
          </a:p>
          <a:p>
            <a:r>
              <a:rPr lang="en-US" dirty="0"/>
              <a:t>Probabilistic algorithm</a:t>
            </a:r>
          </a:p>
          <a:p>
            <a:r>
              <a:rPr lang="en-US" dirty="0"/>
              <a:t>Highly adaptable - only needed retraining, base code stays the same</a:t>
            </a:r>
          </a:p>
          <a:p>
            <a:r>
              <a:rPr lang="en-US" dirty="0"/>
              <a:t>Black box - hard to see exact reasoning for each move, as logic is derived from weights</a:t>
            </a:r>
          </a:p>
          <a:p>
            <a:r>
              <a:rPr lang="en-US" dirty="0"/>
              <a:t>Requires way more resources</a:t>
            </a:r>
            <a:endParaRPr lang="en-15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18DFB6E-3858-176C-ABB3-DE638BC8DDD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232131" y="1825625"/>
            <a:ext cx="4121669" cy="3989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1453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1BE5C5B-77F7-1239-3983-0445E293B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AlphaZero</a:t>
            </a:r>
            <a:endParaRPr lang="en-150" dirty="0"/>
          </a:p>
        </p:txBody>
      </p:sp>
      <p:pic>
        <p:nvPicPr>
          <p:cNvPr id="7" name="Content Placeholder 6" descr="AlphaZero chess">
            <a:extLst>
              <a:ext uri="{FF2B5EF4-FFF2-40B4-BE49-F238E27FC236}">
                <a16:creationId xmlns:a16="http://schemas.microsoft.com/office/drawing/2014/main" id="{9A144A01-4567-91A4-6E11-529A527099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55166" y="1825625"/>
            <a:ext cx="788166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4170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81253-7E74-A76E-8AC7-3D6884507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is better?</a:t>
            </a:r>
            <a:endParaRPr lang="en-15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651F21-CB89-6B25-B0AB-88C18CD784A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Alpha-beta is intuitive and efficient</a:t>
            </a:r>
          </a:p>
          <a:p>
            <a:r>
              <a:rPr lang="en-US" dirty="0"/>
              <a:t>RL requires is more capable but requires more resources</a:t>
            </a:r>
          </a:p>
          <a:p>
            <a:r>
              <a:rPr lang="en-US" dirty="0"/>
              <a:t>In 2023 Stockfish ditched rule based evaluation system and transitioned to a fully NN-based approach</a:t>
            </a:r>
            <a:endParaRPr lang="en-150" dirty="0"/>
          </a:p>
        </p:txBody>
      </p:sp>
      <p:pic>
        <p:nvPicPr>
          <p:cNvPr id="5" name="Content Placeholder 4" descr="Stockfish (chess) - Wikipedia">
            <a:extLst>
              <a:ext uri="{FF2B5EF4-FFF2-40B4-BE49-F238E27FC236}">
                <a16:creationId xmlns:a16="http://schemas.microsoft.com/office/drawing/2014/main" id="{52E53213-BA52-B341-1A01-BF51F8745DE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587331" y="1825625"/>
            <a:ext cx="435133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0118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167</Words>
  <Application>Microsoft Office PowerPoint</Application>
  <PresentationFormat>Widescreen</PresentationFormat>
  <Paragraphs>23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Rule based system VS Machine learning</vt:lpstr>
      <vt:lpstr>Rule based approach</vt:lpstr>
      <vt:lpstr>Realistic rule based approach</vt:lpstr>
      <vt:lpstr>DeepBlue</vt:lpstr>
      <vt:lpstr>Machine learning approach</vt:lpstr>
      <vt:lpstr>AlphaZero</vt:lpstr>
      <vt:lpstr>Which is better?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Ilia Arkania</dc:creator>
  <cp:lastModifiedBy>Ilia Arkania</cp:lastModifiedBy>
  <cp:revision>3</cp:revision>
  <dcterms:created xsi:type="dcterms:W3CDTF">2026-10-08T19:47:50Z</dcterms:created>
  <dcterms:modified xsi:type="dcterms:W3CDTF">2026-10-08T20:55:06Z</dcterms:modified>
</cp:coreProperties>
</file>